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35"/>
    <p:sldId id="285" r:id="rId36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840480" cy="3840480"/>
          </a:xfrm>
          <a:prstGeom prst="ellipse">
            <a:avLst/>
          </a:prstGeom>
          <a:solidFill>
            <a:srgbClr val="00B4A0">
              <a:alpha val="18000"/>
            </a:srgbClr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194560" cy="2194560"/>
          </a:xfrm>
          <a:prstGeom prst="ellipse">
            <a:avLst/>
          </a:prstGeom>
          <a:solidFill>
            <a:srgbClr val="1A9E7A">
              <a:alpha val="12000"/>
            </a:srgbClr>
          </a:solidFill>
          <a:ln w="12700">
            <a:solidFill>
              <a:srgbClr val="1A9E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ZaDeep Fashion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Similarity Search for Clothing — Powered by Marqo-FashionCLIP &amp; FAISS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9728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Upload a photo • Describe in words • Discover similar products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3840480" cy="182880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4864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941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Text Search Falls Short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1298448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struggle to describe what they see: "that blue thing with the ruffle" returns nothing. Keywords miss the visual essence of fashion.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114800" cy="182880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22960"/>
            <a:ext cx="54864" cy="182880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016" y="941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Scale Makes Manual Tagging Impossible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0016" y="12984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retailers have tens of thousands of SKUs. Manual attribute tagging is expensive, inconsistent, and incomplete.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178308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264408"/>
            <a:ext cx="8010144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similarity — find products that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look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like the query, not just share the same keywords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 both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image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text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 in a single unified system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Sub-second search across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44,000+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without expensive GPU infrastructure at query time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ZaDeep Fashion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Google Lens, purpose-built for fashion product catalogs.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417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99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17556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image or text is encoded into a 512-dim embedding by Marqo-FashionCLIP (ViT-B/16 fine-tuned on 1M+ fashion products).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417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80160"/>
            <a:ext cx="54864" cy="141732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399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91456" y="17556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is compared against pre-computed catalog embeddings using cosine similarity via a FAISS index.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1417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54864" cy="141732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953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Retrieve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" y="33101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most visually similar products are returned in milliseconds regardless of catalog size.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023360" cy="1417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834640"/>
            <a:ext cx="54864" cy="141732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2953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Display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91456" y="33101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appear in a responsive Streamlit grid with similarity scores and product metadata.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1920240" cy="640080"/>
          </a:xfrm>
          <a:prstGeom prst="rect">
            <a:avLst/>
          </a:prstGeom>
          <a:solidFill>
            <a:srgbClr val="00B4A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Image / 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3000" y="1508760"/>
            <a:ext cx="91440" cy="320040"/>
          </a:xfrm>
          <a:prstGeom prst="rect">
            <a:avLst/>
          </a:prstGeom>
          <a:solidFill>
            <a:srgbClr val="1A9E7A"/>
          </a:solidFill>
          <a:ln w="12700">
            <a:solidFill>
              <a:srgbClr val="1A9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74520"/>
            <a:ext cx="1920240" cy="640080"/>
          </a:xfrm>
          <a:prstGeom prst="rect">
            <a:avLst/>
          </a:prstGeom>
          <a:solidFill>
            <a:srgbClr val="1A9E7A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FashionEmbedder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43000" y="2514600"/>
            <a:ext cx="91440" cy="320040"/>
          </a:xfrm>
          <a:prstGeom prst="rect">
            <a:avLst/>
          </a:prstGeom>
          <a:solidFill>
            <a:srgbClr val="1A9E7A"/>
          </a:solidFill>
          <a:ln w="12700">
            <a:solidFill>
              <a:srgbClr val="1A9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880360"/>
            <a:ext cx="1920240" cy="640080"/>
          </a:xfrm>
          <a:prstGeom prst="rect">
            <a:avLst/>
          </a:prstGeom>
          <a:solidFill>
            <a:srgbClr val="334E6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880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512-dim L2-norm vector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3520440"/>
            <a:ext cx="91440" cy="320040"/>
          </a:xfrm>
          <a:prstGeom prst="rect">
            <a:avLst/>
          </a:prstGeom>
          <a:solidFill>
            <a:srgbClr val="1A9E7A"/>
          </a:solidFill>
          <a:ln w="12700">
            <a:solidFill>
              <a:srgbClr val="1A9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886200"/>
            <a:ext cx="1920240" cy="640080"/>
          </a:xfrm>
          <a:prstGeom prst="rect">
            <a:avLst/>
          </a:prstGeom>
          <a:solidFill>
            <a:srgbClr val="00B4A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886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Flat IP Index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868680"/>
            <a:ext cx="2926080" cy="3749040"/>
          </a:xfrm>
          <a:prstGeom prst="rect">
            <a:avLst/>
          </a:prstGeom>
          <a:solidFill>
            <a:srgbClr val="1A2B3C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960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CatalogIndexer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(catalog_indexer.py)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1600200"/>
            <a:ext cx="2560320" cy="457200"/>
          </a:xfrm>
          <a:prstGeom prst="rect">
            <a:avLst/>
          </a:prstGeom>
          <a:solidFill>
            <a:srgbClr val="243447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build(embeddings, metadata)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2194560"/>
            <a:ext cx="2560320" cy="457200"/>
          </a:xfrm>
          <a:prstGeom prst="rect">
            <a:avLst/>
          </a:prstGeom>
          <a:solidFill>
            <a:srgbClr val="243447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save(directory)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2788920"/>
            <a:ext cx="2560320" cy="457200"/>
          </a:xfrm>
          <a:prstGeom prst="rect">
            <a:avLst/>
          </a:prstGeom>
          <a:solidFill>
            <a:srgbClr val="243447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load(directory)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3383280"/>
            <a:ext cx="2560320" cy="457200"/>
          </a:xfrm>
          <a:prstGeom prst="rect">
            <a:avLst/>
          </a:prstGeom>
          <a:solidFill>
            <a:srgbClr val="243447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search(query_embedding, top_k)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868680"/>
            <a:ext cx="3108960" cy="3749040"/>
          </a:xfrm>
          <a:prstGeom prst="rect">
            <a:avLst/>
          </a:prstGeom>
          <a:solidFill>
            <a:srgbClr val="1A2B3C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960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FashionSearchEngine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(search_engine.py)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00200"/>
            <a:ext cx="2834640" cy="457200"/>
          </a:xfrm>
          <a:prstGeom prst="rect">
            <a:avLst/>
          </a:prstGeom>
          <a:solidFill>
            <a:srgbClr val="243447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search_by_image(image, top_k)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2194560"/>
            <a:ext cx="2834640" cy="457200"/>
          </a:xfrm>
          <a:prstGeom prst="rect">
            <a:avLst/>
          </a:prstGeom>
          <a:solidFill>
            <a:srgbClr val="243447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search_by_text(query, top_k)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97880" y="2788920"/>
            <a:ext cx="2834640" cy="457200"/>
          </a:xfrm>
          <a:prstGeom prst="rect">
            <a:avLst/>
          </a:prstGeom>
          <a:solidFill>
            <a:srgbClr val="243447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search_by_embedding(vec, top_k)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97880" y="3383280"/>
            <a:ext cx="2834640" cy="457200"/>
          </a:xfrm>
          <a:prstGeom prst="rect">
            <a:avLst/>
          </a:prstGeom>
          <a:solidFill>
            <a:srgbClr val="243447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load_index(directory)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97880" y="3977640"/>
            <a:ext cx="2834640" cy="457200"/>
          </a:xfrm>
          <a:prstGeom prst="rect">
            <a:avLst/>
          </a:prstGeom>
          <a:solidFill>
            <a:srgbClr val="243447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catalog_size  [property]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713232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64008" cy="7132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77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Embeddings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Marqo-FashionCLIP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97480" y="9144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 encoder fine-tuned on 1M+ fashion items. Produces 512-dim L2-normalised vectors for images and text in the same shared space.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8229600" cy="713232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27632"/>
            <a:ext cx="64008" cy="7132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82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(Facebook AI)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171907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 — exact inner-product search on unit vectors is equivalent to cosine similarity. Scales to 100K+ products on CPU.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713232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32304"/>
            <a:ext cx="64008" cy="713232"/>
          </a:xfrm>
          <a:prstGeom prst="rect">
            <a:avLst/>
          </a:prstGeom>
          <a:solidFill>
            <a:srgbClr val="6B48FF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87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7797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HuggingFace Transformers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252374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loading, GPU/CPU device handling, gradient-free inference via torch.no_grad(), and batch-wise processing.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36976"/>
            <a:ext cx="8229600" cy="713232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36976"/>
            <a:ext cx="64008" cy="71323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91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97480" y="332841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st.cache_resource for zero-reload model caching, file uploader, result grid with similarity score badges, sidebar controls.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41648"/>
            <a:ext cx="8229600" cy="713232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41648"/>
            <a:ext cx="64008" cy="71323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96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97480" y="413308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RGB conversion, JPEG/PNG/WebP loading. All images normalised before embedding.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File 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801014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zadeep-fashion/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├──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├──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embedder/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└──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fashion_embedder.py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# Marqo-FashionCLIP wrapper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├──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indexer/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└──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catalog_indexer.py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# FAISS index + ProductMeta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├──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search/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└──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search_engine.py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# high-level search API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└──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└──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dataset_utils.py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# CSV + directory loaders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├──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├──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# Streamlit entry point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└──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components.py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# UI widgets (sidebar, grid, uploader)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├──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└──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build_index.py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# one-time embedding + FAISS build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├──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└──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dataset_utils.py —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two loaders that convert raw files into ProductMeta lists for the indexer.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93192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54864" cy="150876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893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scan_image_directory(root, ...)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16459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walks any folder of images (JPG/PNG/WebP). Derives product_id from filename stem and category from the immediate parent folder name. No metadata CSV required — works with any image dump.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02336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70432"/>
            <a:ext cx="54864" cy="1508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2893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load_kaggle_fashion_csv(csv, images, ...)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91456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Kaggle Fashion Product Images CSV (styles.csv). Joins each row to its image file by ID. Captures articleType as category, productDisplayName as name, plus extra fields: gender, colour, season.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ProductMeta dataclass (from catalog_indexer.py)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8229600" cy="1828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3236976"/>
            <a:ext cx="801014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class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ProductMeta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image_path: 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# absolute path to the image file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product_id: 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# unique identifier (e.g. Kaggle row id)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category:   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=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# e.g. 'Shirts', 'Dresses'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name:       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=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# human-readable display name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extra:      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(default_factory=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gender, colour, season …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dataset_utils.py — scan_image_directory()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801014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SUPPORTED_EXTENSIONS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{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".jpg"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".jpeg"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".png"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".webp"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scan_image_directory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(root, category_from_parent=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List[ProductMeta]: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root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(root)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items = []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           # accumulator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path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(root.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rglob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path.suffix.lower()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not in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SUPPORTED_EXTENSIONS: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# skip non-image files silently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category = path.parent.name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category_from_parent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else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items.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ProductMeta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image_path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(path),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product_id = path.stem,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# filename without extension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category   = category,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name       = path.stem.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"_"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))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sorted list of ProductMeta, one per image</a:t>
            </a:r>
            <a:pPr indent="0" marL="0">
              <a:buNone/>
            </a:pP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0" y="822960"/>
            <a:ext cx="3657600" cy="502920"/>
          </a:xfrm>
          <a:prstGeom prst="rect">
            <a:avLst/>
          </a:prstGeom>
          <a:solidFill>
            <a:srgbClr val="1A305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822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rglob('*') finds ALL images recursively, any depth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dataset_utils.py — load_kaggle_fashion_csv()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801014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load_kaggle_fashion_csv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(csv_path, image_root, ...max_items) -&gt; List[ProductMeta]: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items = []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with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(csv_path, newline=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as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reader = csv.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DictReader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# row = {colName: value}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row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img_path = image_root / f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"{row[image_col]}.jpg"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if not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img_path.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# skip missing images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items.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ProductMeta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image_path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(img_path),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product_id = row[image_col],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category   = row.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(category_col,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# articleType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name       = row.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(name_col,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# productDisplayName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extra = {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"gender"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row.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"gender"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   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"colour"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row.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"baseColour"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   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"season"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row.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"season"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))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max_items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and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(items) &gt;= max_items: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fashion_embedder.py — FashionEmbedder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Marqo-FashionCLIP to produce L2-normalised image and text embeddings. The model is loaded once and reused across all calls.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68580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53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__init__(model_id, device, cache_dir)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1709928"/>
            <a:ext cx="80467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/ loads model from HuggingFace Hub, auto-detects CUDA, calls model.eval() to disable dropout and batch-norm updates.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8229600" cy="68580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84248"/>
            <a:ext cx="54864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103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embed_images(images, batch_size=32)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" y="2459736"/>
            <a:ext cx="80467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list of file paths or PIL Images. Processes in mini-batches. Calls get_image_features(), then L2-normalises. Returns float32 ndarray (N, 512).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8229600" cy="68580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34056"/>
            <a:ext cx="54864" cy="68580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852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embed_text(texts, batch_size=64)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" y="3209544"/>
            <a:ext cx="80467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Tokenises strings and calls get_text_features(). Same shared embedding space as images — enabling cross-modal cosine similarity.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83864"/>
            <a:ext cx="8229600" cy="68580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83864"/>
            <a:ext cx="54864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6027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embed_single_image(image)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" y="3959352"/>
            <a:ext cx="80467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wrapper: calls embed_images([image])[0]. Returns a single 512-dim vector for one query image.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33672"/>
            <a:ext cx="54864" cy="68580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43525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_normalise(tensor)  [static]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" y="4709160"/>
            <a:ext cx="80467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F.normalize(tensor, p=2, dim=-1). Divides each vector by its L2-norm, placing all vectors on the unit hypersphere.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FashionEmbedder — __init__: Device Detection &amp; Model Loading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801014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"Marqo/marqo-fashionCLIP"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class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FashionEmbedder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model_id=MODEL_ID, device=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cache_dir=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self.device = device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"cuda"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if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torch.cuda.is_available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()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else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"cpu"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# Auto-detects: uses GPU when available, falls back to CPU silently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self.processor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AutoProcessor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from_pretrained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model_id, trust_remote_code=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cache_dir=self.cache_dir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)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Loads tokeniser + image preprocessor in one call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self.model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AutoModel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from_pretrained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model_id, trust_remote_code=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custom modelling code in the repo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(self.device)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# .to(device) moves all parameters + buffers to the target device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self.model.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disables Dropout + BatchNorm training behaviour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FashionEmbedder — embed_images(): Batched Encoding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801014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embed_images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images, batch_size=32) -&gt; np.ndarray: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— ensure all inputs are PIL Images in RGB mode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pil_images = [self.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_load_image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(img)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img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all_embeddings = []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— iterate over mini-batches (avoids OOM on large catalogs)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start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(0,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(pil_images), batch_size):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batch = pil_images[start : start + batch_size]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 — processor pads images to the same size, returns tensors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inputs = self.processor(images=batch, return_tensors=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padding=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(self.device)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 — no_grad disables the autograd engine (faster, less memory)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with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torch.no_grad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features = self.model.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get_image_features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(**inputs)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5 — L2-normalise and move to CPU, collect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all_embeddings.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_normalise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(features).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6 — stack mini-batch arrays into final (N, 512) matrix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np.vstack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(all_embeddings).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(np.float32)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FashionEmbedder — embed_text() &amp; The Cosine Trick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416052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394106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embed_text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texts, batch_size=64):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start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(0,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(texts), batch_size):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batch = texts[start : start + batch_size]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inputs = self.processor(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text=batch,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return_tensors=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padding=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(self.device)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with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torch.no_grad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features = self.model.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get_text_features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(**inputs)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all_embeddings.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self.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_normalise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(features)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Same pipeline as images — shared embedding space</a:t>
            </a:r>
            <a:pPr indent="0" marL="0">
              <a:buNone/>
            </a:pP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800600" y="822960"/>
            <a:ext cx="3886200" cy="4114800"/>
          </a:xfrm>
          <a:prstGeom prst="rect">
            <a:avLst/>
          </a:prstGeom>
          <a:solidFill>
            <a:srgbClr val="1A2B3C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L2-Normalise?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325880"/>
            <a:ext cx="3703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normalising, all vectors have length = 1 (unit sphere).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of two unit vectors equals their cosine similarity.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 (inner product) therefore computes cosine similarity directly — no division needed.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image vectors share the same space → cross-modal search works out-of-the-box.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FashionCLIP was trained with contrastive loss: "blue denim jacket" pulls toward all denim jacket images.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catalog_indexer.py — CatalogIndexer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FAISS index lifecycle: build → save → load → search. Uses IndexFlatIP for exact cosine similarity.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233172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280160"/>
            <a:ext cx="8010144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233172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280160"/>
            <a:ext cx="8010144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class </a:t>
            </a:r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CatalogIndexer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"""Flat inner-product index — exact cosine search on unit vectors."""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10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embedding_dim=512, use_gpu=</a:t>
            </a:r>
            <a:pPr indent="0" marL="0">
              <a:buNone/>
            </a:pPr>
            <a:r>
              <a:rPr lang="en-US" sz="10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self.embedding_dim = embedding_dim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# must match FashionEmbedder output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self.use_gpu       = use_gpu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self._index        = </a:t>
            </a:r>
            <a:pPr indent="0" marL="0">
              <a:buNone/>
            </a:pPr>
            <a:r>
              <a:rPr lang="en-US" sz="10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# faiss.Index, set by build() or load()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self._metadata     = []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# List[ProductMeta], parallel to index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# Key design: metadata list is index-parallel.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# search() returns FAISS row-number → metadata[row_number]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# This is why embeddings and metadata MUST have equal length in build().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diagram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1737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94560" y="4206240"/>
            <a:ext cx="320040" cy="109728"/>
          </a:xfrm>
          <a:prstGeom prst="rect">
            <a:avLst/>
          </a:prstGeom>
          <a:solidFill>
            <a:srgbClr val="1A9E7A"/>
          </a:solidFill>
          <a:ln w="12700">
            <a:solidFill>
              <a:srgbClr val="1A9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3977640"/>
            <a:ext cx="1737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4206240"/>
            <a:ext cx="320040" cy="109728"/>
          </a:xfrm>
          <a:prstGeom prst="rect">
            <a:avLst/>
          </a:prstGeom>
          <a:solidFill>
            <a:srgbClr val="1A9E7A"/>
          </a:solidFill>
          <a:ln w="12700">
            <a:solidFill>
              <a:srgbClr val="1A9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3977640"/>
            <a:ext cx="1737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206240"/>
            <a:ext cx="320040" cy="109728"/>
          </a:xfrm>
          <a:prstGeom prst="rect">
            <a:avLst/>
          </a:prstGeom>
          <a:solidFill>
            <a:srgbClr val="1A9E7A"/>
          </a:solidFill>
          <a:ln w="12700">
            <a:solidFill>
              <a:srgbClr val="1A9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3977640"/>
            <a:ext cx="1737360" cy="59436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search()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CatalogIndexer — build(): Constructing the FAISS Index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801014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embeddings: np.ndarray, metadata: List[ProductMeta]) -&gt; None: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Guard: embedding matrix rows must equal metadata list length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embeddings.shape[0] !=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(metadata):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raise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"embeddings and metadata must have the same length"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to contiguous float32 — FAISS requires C-contiguous arrays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embeddings = np.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ascontiguousarray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(embeddings, dtype=np.float32)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IndexFlatIP: Flat = stores all vectors in RAM; IP = inner product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index = faiss.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IndexFlatIP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(self.embedding_dim)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self.use_gpu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and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get_num_gpus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&gt; 0: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res   = faiss.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StandardGpuResources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index = faiss.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index_cpu_to_gpu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(res, 0, index)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move to first GPU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index.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(embeddings)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copies all N vectors into the index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# Store index and metadata — search() uses both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self._index    = index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self._metadata = metadata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CatalogIndexer — save() &amp; load(): Disk Persistence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416052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14400"/>
            <a:ext cx="3941064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directory) -&gt; None: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directory =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(directory)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directory.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(parents=</a:t>
            </a:r>
            <a:pPr indent="0" marL="0">
              <a:buNone/>
            </a:pPr>
            <a:r>
              <a:rPr lang="en-US" sz="9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exist_ok=</a:t>
            </a:r>
            <a:pPr indent="0" marL="0">
              <a:buNone/>
            </a:pPr>
            <a:r>
              <a:rPr lang="en-US" sz="9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cpu_index = (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faiss.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index_gpu_to_cpu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(self._index)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if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self.use_gpu </a:t>
            </a:r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else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self._index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faiss.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write_index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(cpu_index, 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"catalog.index"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with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"metadata.pkl"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"wb"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 </a:t>
            </a:r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as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f: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pickle.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(self._metadata, f)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with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"index_info.json"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 </a:t>
            </a:r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as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f: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json.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"embedding_dim"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self.embedding_dim,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"total_items"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(self._metadata)}, f)</a:t>
            </a:r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00600" y="822960"/>
            <a:ext cx="38862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10328" y="914400"/>
            <a:ext cx="3666744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@classmethod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(cls, directory, use_gpu=</a:t>
            </a:r>
            <a:pPr indent="0" marL="0">
              <a:buNone/>
            </a:pPr>
            <a:r>
              <a:rPr lang="en-US" sz="9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directory =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(directory)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with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(directory / 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"index_info.json"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 </a:t>
            </a:r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as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f: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info = json.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instance = cls(embedding_dim=info[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"embedding_dim"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instance._index = faiss.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read_index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"catalog.index"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use_gpu </a:t>
            </a:r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and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get_num_gpus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&gt; 0: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res = faiss.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StandardGpuResources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instance._index = faiss.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index_cpu_to_gpu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(res, 0, instance._index)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with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(directory / 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"metadata.pkl"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"rb"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 </a:t>
            </a:r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as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f: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instance._metadata = pickle.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</a:t>
            </a:r>
            <a:pPr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CatalogIndexer — search(): Ranked Retrieval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801014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query_embedding: np.ndarray, top_k=10) -&gt; List[Dict]: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Guard: index must be initialised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self._index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is 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raise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RuntimeError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"Index not built. Call build() or load() first."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Reshape to (1, embedding_dim) — FAISS always expects 2-D arrays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q = np.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ascontiguousarray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(query_embedding.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reshape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-1), dtype=np.float32)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search() returns two arrays of shape (1, top_k)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scores[0]: cosine similarities (0.0 – 1.0, higher = more similar)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indices[0]: row numbers in the catalog that were added via add()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scores, indices = self._index.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(q, top_k)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results = []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rank, (score, idx)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(scores[0], indices[0])):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idx == -1: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-1 means fewer results than top_k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meta = self._metadata[idx]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# O(1) — simple list lookup by position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results.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"rank"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rank + 1,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(score),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"product_id"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meta.product_id,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"image_path"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meta.image_path,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"category"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meta.category,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meta.name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})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search_engine.py — FashionSearchEngine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facade combining FashionEmbedder + CatalogIndexer into a single clean API. The Streamlit app only talks to this class.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70332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280160"/>
            <a:ext cx="801014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class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FashionSearchEngine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model_id=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"Marqo/marqo-fashionCLIP"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device=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self.embedder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FashionEmbedder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(model_id=model_id, device=device)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self.indexer  = 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# populated by load_index()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load_index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directory, use_gpu=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self.indexer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CatalogIndexer.load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(directory, use_gpu=use_gpu)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search_by_image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image, top_k=10):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embedding = self.embedder.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embed_single_image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(image)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512-dim vector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get_index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(embedding, top_k=top_k)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search_by_text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query: str, top_k=10):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embedding = self.embedder.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embed_text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([query])[0]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take first (only) row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get_index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(embedding, top_k=top_k)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search_by_embedding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embedding: np.ndarray, top_k=10):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get_index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(embedding, top_k=top_k)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@property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catalog_size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int: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get_index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().total_items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build_index.py — One-Time Indexing Script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(offline) to embed all catalog images and persist the FAISS index. Triggered before the app starts, not at query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69164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99032"/>
            <a:ext cx="475488" cy="475488"/>
          </a:xfrm>
          <a:prstGeom prst="ellipse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99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CLI args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9280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--csv, --images, --output, --batch_size, --max_items, --device. Defaults: output=models/index, batch_size=64.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69164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99032"/>
            <a:ext cx="475488" cy="47548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99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14173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metadata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89280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--csv provided, calls load_kaggle_fashion_csv(). Otherwise calls scan_image_directory(). Both return List[ProductMeta].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23360" cy="169164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319272"/>
            <a:ext cx="475488" cy="475488"/>
          </a:xfrm>
          <a:prstGeom prst="ellipse">
            <a:avLst/>
          </a:prstGeom>
          <a:solidFill>
            <a:srgbClr val="6B48FF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19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37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images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81304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Instantiates FashionEmbedder, calls embed_images(image_paths, batch_size). Times the operation and logs img/s throughput.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4023360" cy="169164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319272"/>
            <a:ext cx="475488" cy="475488"/>
          </a:xfrm>
          <a:prstGeom prst="ellipse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319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3337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Save index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81304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Instantiates CatalogIndexer(embedding_dim), calls build(embeddings, metadata) then save(output). Index ready for the app.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build_index.py — Full Code Walkthrough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801014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 usage: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scripts/build_index.py --csv data/styles.csv --images data/images --output models/index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None: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args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parse_args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Load metadata (CSV or directory scan)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args.csv: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metadata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load_kaggle_fashion_csv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(args.csv, args.images, max_items=args.max_items)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else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metadata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scan_image_directory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(args.images)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image_paths = [m.image_path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m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Embed — times the run and logs throughput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embedder  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FashionEmbedder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(device=args.device)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t0         = time.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embeddings = embedder.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embed_images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(image_paths, batch_size=args.batch_size)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elapsed    = time.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 t0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logger.info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"%.1f img/s. Shape: %s"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(image_paths)/elapsed, embeddings.shape)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Build index and save to disk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indexer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CatalogIndexer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(embedding_dim=embeddings.shape[1])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indexer.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(embeddings, metadata)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indexer.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(args.output)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app/app.py — Streamlit Application Entry Point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full search flow: loads the engine, renders UI, handles search triggers, displays results.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234440"/>
            <a:ext cx="801014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st.set_page_config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(page_title=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"ZaDeep Fashion"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layout=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"wide"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initial_sidebar_state=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"expanded"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@st.cache_resource: model is loaded ONCE, shared across all reruns and users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cache_resource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(show_spinner=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"Loading ZaDeep Fashion model…"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load_engine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FashionSearchEngine: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engine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FashionSearchEngine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INDEX_DIR.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engine.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load_index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(INDEX_DIR)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Sidebar renders search settings (top_k slider, image/text mode radio)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top_k, search_mode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render_sidebar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engine — hits cache after first load, zero overhead on rerun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engine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load_engine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Guard: stop app if no index is found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if not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INDEX_DIR.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catalog index. Run build_index.py first."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Render query input (file uploader or text box depending on mode)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query_image, query_text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render_upload_zone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(search_mode)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app/app.py — Search Button Logic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801014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"Search"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type=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"primary"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use_container_width=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BRANCH 1: Image search mode — user uploaded a photo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search_mode ==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"Image"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and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query_image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is not 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with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spinner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"Finding similar items…"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results = engine.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search_by_image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(query_image, top_k=top_k)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"Top {len(results)} matches from {engine.catalog_size:,} products"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render_result_grid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(results, columns=4)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BRANCH 2: Text search mode — user typed a description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elif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search_mode ==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and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query_text: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with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spinner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"Searching catalog…"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results = engine.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search_by_text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(query_text, top_k=top_k)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"Top {len(results)} matches for: *{query_text}*"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render_result_grid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(results, columns=4)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BRANCH 3: No input provided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else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"Please provide an image or a text query to search."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app/components.py — Sidebar &amp; Upload Zone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14400"/>
            <a:ext cx="8010144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render_sidebar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Tuple[int, str]: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with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Radio: Image or Text search mode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search_mode =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"Search mode"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options=[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"Image"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Slider: how many results to return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top_k =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"Results to show"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min_value=4, max_value=20, value=8, step=4)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top_k, search_mode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render_upload_zone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(search_mode) -&gt; Tuple[Image, str]: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col_input, col_preview =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([1, 1])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with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col_input: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search_mode ==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"Image"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uploaded =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file_uploader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(type=[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"jpg"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"png"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...])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query_image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Image.open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(uploaded).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"RGB"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else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query_text =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text_input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"Describe the item…"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with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col_preview: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query_image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is not 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(query_image, use_container_width=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query_image, query_text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app/components.py — render_result_grid()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801014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render_result_grid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(results: List[Dict], columns=4) -&gt; None: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Partition flat result list into rows of [columns] items each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rows = [results[i : i + columns]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(0,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(results), columns)]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row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st.columns() creates [columns] side-by-side Streamlit columns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cols =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(columns, gap=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"small"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col, result </a:t>
            </a:r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(cols, row):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with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img_path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(result[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"image_path"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image exists before opening — graceful fallback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img_path.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img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Image.open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(img_path).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"RGB"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(img, use_container_width=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else: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"*(image not found)*"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score * 100 = percentage badge e.g. 94.3% match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score_pct = 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(result[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* 100, 1)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name = result.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</a:t>
            </a:r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Render HTML badge for the teal score indicator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st.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"&lt;span class=score-badge&gt;{score_pct}% match&lt;/span&gt;"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unsafe_allow_html=True)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265176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5176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app.py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photo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types 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463040"/>
            <a:ext cx="594360" cy="109728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868680"/>
            <a:ext cx="265176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68680"/>
            <a:ext cx="2651760" cy="41148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68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components.py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344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render_upload_zone()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PIL Image / str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1463040"/>
            <a:ext cx="594360" cy="109728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868680"/>
            <a:ext cx="265176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68680"/>
            <a:ext cx="2651760" cy="411480"/>
          </a:xfrm>
          <a:prstGeom prst="rect">
            <a:avLst/>
          </a:prstGeom>
          <a:solidFill>
            <a:srgbClr val="6B48FF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868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search_engine.py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344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engine.search_by_image()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search_by_text()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265176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697480"/>
            <a:ext cx="2651760" cy="411480"/>
          </a:xfrm>
          <a:prstGeom prst="rect">
            <a:avLst/>
          </a:prstGeom>
          <a:solidFill>
            <a:srgbClr val="1A9E7A"/>
          </a:solidFill>
          <a:ln w="12700">
            <a:solidFill>
              <a:srgbClr val="1A9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fashion_embedder.py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1729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embedder.embed_single_image()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embed_text()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3291840"/>
            <a:ext cx="594360" cy="109728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697480"/>
            <a:ext cx="265176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697480"/>
            <a:ext cx="265176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catalog_indexer.py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1729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indexer.search()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inner product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97880" y="3291840"/>
            <a:ext cx="594360" cy="109728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697480"/>
            <a:ext cx="265176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697480"/>
            <a:ext cx="2651760" cy="41148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components.py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1729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render_result_grid()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Top-K results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2377440"/>
            <a:ext cx="109728" cy="32004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latency: ~50 – 200ms for FAISS search | ~1 – 3s for embedding (CPU)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 — From Clone to Running App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1E2A38"/>
          </a:solidFill>
          <a:ln w="12700">
            <a:solidFill>
              <a:srgbClr val="2A3F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32688"/>
            <a:ext cx="8010144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Clone and install dependencies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https://github.com/YOUR_USERNAME/zadeep-fashion.git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zadeep-fashion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Download the Kaggle Fashion Product Images dataset (~600MB, 44K products)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 datasets download -d paramaggarwal/fashion-product-images-small -p data/ --unzip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Build the FAISS index (runs once, ~15 min on T4 GPU for 44K items)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scripts/build_index.py \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--csv    data/fashion-dataset/styles.csv \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--images data/fashion-dataset/images     \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--output models/index                    \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--batch_size 64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Tip: add --max_items 5000 for a quick smoke test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Launch the Streamlit app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app/app.py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Use as a library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= FashionSearchEngine()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engine.load_index('models/index')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engine.search_by_text('navy slim-fit blazer', top_k=8)</a:t>
            </a:r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Project — Future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4023360" cy="12801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4864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941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Detection Pre-pass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12984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images through YOLOv8 + Fashionpedia before embedding. Supports multi-item outfit photos by isolating individual garments first.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023360" cy="12801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54864" cy="128016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941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Vector Database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91456" y="12984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FAISS with Qdrant or Pinecone for a cloud-hosted, horizontally-scalable index with built-in filtering and hybrid search.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023360" cy="12801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40280"/>
            <a:ext cx="54864" cy="1280160"/>
          </a:xfrm>
          <a:prstGeom prst="rect">
            <a:avLst/>
          </a:prstGeom>
          <a:solidFill>
            <a:srgbClr val="6B48FF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Fine-tuning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" y="27157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triplet loss on your own catalog (anchor + positive match + negative mismatch) to push retrieval accuracy higher for specific sub-categories.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4023360" cy="12801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40280"/>
            <a:ext cx="54864" cy="1280160"/>
          </a:xfrm>
          <a:prstGeom prst="rect">
            <a:avLst/>
          </a:prstGeom>
          <a:solidFill>
            <a:srgbClr val="1A9E7A"/>
          </a:solidFill>
          <a:ln w="12700">
            <a:solidFill>
              <a:srgbClr val="1A9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91456" y="27157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FAISS results post-search by category, gender, colour, or season. Combine with re-ranking by business rules (stock, margin).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023360" cy="12801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57600"/>
            <a:ext cx="54864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3776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Completion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" y="41330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query garment, retrieve complementary items from other categories. Requires category-aware embedding distance.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4023360" cy="12801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57600"/>
            <a:ext cx="54864" cy="128016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776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91456" y="41330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colab_quickstart.ipynb walks through dataset download, indexing, search, and launching the Streamlit app via ngrok on a free T4 GPU.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0B4A0">
              <a:alpha val="15000"/>
            </a:srgbClr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0"/>
            <a:ext cx="3200400" cy="3200400"/>
          </a:xfrm>
          <a:prstGeom prst="ellipse">
            <a:avLst/>
          </a:prstGeom>
          <a:solidFill>
            <a:srgbClr val="1A9E7A">
              <a:alpha val="12000"/>
            </a:srgbClr>
          </a:solidFill>
          <a:ln w="12700">
            <a:solidFill>
              <a:srgbClr val="1A9E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ZaDeep Fashion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Similarity Search — Powered by FashionCLIP + FAISS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377440"/>
            <a:ext cx="2743200" cy="4572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060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Marqo-FashionCLIP: huggingface.co/Marqo/marqo-fashionCLIP</a:t>
            </a:r>
            <a:endParaRPr lang="en-US" sz="1200" dirty="0"/>
          </a:p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FAISS: github.com/facebookresearch/faiss</a:t>
            </a:r>
            <a:endParaRPr lang="en-US" sz="1200" dirty="0"/>
          </a:p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Fashion Product Images (44K products)</a:t>
            </a:r>
            <a:endParaRPr lang="en-US" sz="1200" dirty="0"/>
          </a:p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PyTorch · HuggingFace Transformers · Streamlit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Sec"/>
          <p:cNvSpPr/>
          <p:nvPr/>
        </p:nvSpPr>
        <p:spPr>
          <a:xfrm>
            <a:off x="320040" y="210000"/>
            <a:ext cx="88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dirty="0">
                <a:solidFill>
                  <a:srgbClr val="02C39A"/>
                </a:solidFill>
              </a:rPr>
              <a:t xml:space="preserve">THE TEAM</a:t>
            </a:r>
          </a:p>
        </p:txBody>
      </p:sp>
      <p:sp>
        <p:nvSpPr>
          <p:cNvPr id="4" name="Title"/>
          <p:cNvSpPr/>
          <p:nvPr/>
        </p:nvSpPr>
        <p:spPr>
          <a:xfrm>
            <a:off x="320040" y="530000"/>
            <a:ext cx="88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/>
              </a:rPr>
              <a:t xml:space="preserve">Meet the Builders</a:t>
            </a:r>
          </a:p>
        </p:txBody>
      </p:sp>
      <p:sp>
        <p:nvSpPr>
          <p:cNvPr id="5" name="Card0"/>
          <p:cNvSpPr/>
          <p:nvPr/>
        </p:nvSpPr>
        <p:spPr>
          <a:xfrm>
            <a:off x="320040" y="1220000"/>
            <a:ext cx="4200000" cy="1820000"/>
          </a:xfrm>
          <a:prstGeom prst="rect">
            <a:avLst/>
          </a:prstGeom>
          <a:solidFill>
            <a:srgbClr val="132338"/>
          </a:solidFill>
          <a:ln w="18000">
            <a:solidFill>
              <a:srgbClr val="F4A261"/>
            </a:solidFill>
          </a:ln>
        </p:spPr>
      </p:sp>
      <p:sp>
        <p:nvSpPr>
          <p:cNvPr id="6" name="Stripe0"/>
          <p:cNvSpPr/>
          <p:nvPr/>
        </p:nvSpPr>
        <p:spPr>
          <a:xfrm>
            <a:off x="320040" y="1220000"/>
            <a:ext cx="4200000" cy="2000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Name0"/>
          <p:cNvSpPr/>
          <p:nvPr/>
        </p:nvSpPr>
        <p:spPr>
          <a:xfrm>
            <a:off x="420040" y="1470000"/>
            <a:ext cx="40000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/>
              </a:rPr>
              <a:t xml:space="preserve">Noureldin Mohamed Yehia</a:t>
            </a:r>
          </a:p>
        </p:txBody>
      </p:sp>
      <p:sp>
        <p:nvSpPr>
          <p:cNvPr id="8" name="Details0"/>
          <p:cNvSpPr/>
          <p:nvPr/>
        </p:nvSpPr>
        <p:spPr>
          <a:xfrm>
            <a:off x="420040" y="1840000"/>
            <a:ext cx="4000000" cy="1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4A261"/>
                </a:solidFill>
                <a:latin typeface="Calibri"/>
              </a:rPr>
              <a:t xml:space="preserve">AI and Backend Lead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ECAE6"/>
                </a:solidFill>
                <a:latin typeface="Calibri"/>
              </a:rPr>
              <a:t xml:space="preserve">Embedding engine, FAISS index design, model integration</a:t>
            </a:r>
          </a:p>
        </p:txBody>
      </p:sp>
      <p:sp>
        <p:nvSpPr>
          <p:cNvPr id="9" name="Card1"/>
          <p:cNvSpPr/>
          <p:nvPr/>
        </p:nvSpPr>
        <p:spPr>
          <a:xfrm>
            <a:off x="4800000" y="1220000"/>
            <a:ext cx="4200000" cy="1820000"/>
          </a:xfrm>
          <a:prstGeom prst="rect">
            <a:avLst/>
          </a:prstGeom>
          <a:solidFill>
            <a:srgbClr val="132338"/>
          </a:solidFill>
          <a:ln w="18000">
            <a:solidFill>
              <a:srgbClr val="02C39A"/>
            </a:solidFill>
          </a:ln>
        </p:spPr>
      </p:sp>
      <p:sp>
        <p:nvSpPr>
          <p:cNvPr id="10" name="Stripe1"/>
          <p:cNvSpPr/>
          <p:nvPr/>
        </p:nvSpPr>
        <p:spPr>
          <a:xfrm>
            <a:off x="4800000" y="1220000"/>
            <a:ext cx="4200000" cy="200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Name1"/>
          <p:cNvSpPr/>
          <p:nvPr/>
        </p:nvSpPr>
        <p:spPr>
          <a:xfrm>
            <a:off x="4900000" y="1470000"/>
            <a:ext cx="40000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/>
              </a:rPr>
              <a:t xml:space="preserve">Nada Mostafa Youssef Harb</a:t>
            </a:r>
          </a:p>
        </p:txBody>
      </p:sp>
      <p:sp>
        <p:nvSpPr>
          <p:cNvPr id="12" name="Details1"/>
          <p:cNvSpPr/>
          <p:nvPr/>
        </p:nvSpPr>
        <p:spPr>
          <a:xfrm>
            <a:off x="4900000" y="1840000"/>
            <a:ext cx="4000000" cy="1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2C39A"/>
                </a:solidFill>
                <a:latin typeface="Calibri"/>
              </a:rPr>
              <a:t xml:space="preserve">Data and Pipeline Engineer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ECAE6"/>
                </a:solidFill>
                <a:latin typeface="Calibri"/>
              </a:rPr>
              <a:t xml:space="preserve">Dataset processing, catalog indexer, build scripts</a:t>
            </a:r>
          </a:p>
        </p:txBody>
      </p:sp>
      <p:sp>
        <p:nvSpPr>
          <p:cNvPr id="13" name="Card2"/>
          <p:cNvSpPr/>
          <p:nvPr/>
        </p:nvSpPr>
        <p:spPr>
          <a:xfrm>
            <a:off x="320040" y="3200000"/>
            <a:ext cx="4200000" cy="1820000"/>
          </a:xfrm>
          <a:prstGeom prst="rect">
            <a:avLst/>
          </a:prstGeom>
          <a:solidFill>
            <a:srgbClr val="132338"/>
          </a:solidFill>
          <a:ln w="18000">
            <a:solidFill>
              <a:srgbClr val="8ECAE6"/>
            </a:solidFill>
          </a:ln>
        </p:spPr>
      </p:sp>
      <p:sp>
        <p:nvSpPr>
          <p:cNvPr id="14" name="Stripe2"/>
          <p:cNvSpPr/>
          <p:nvPr/>
        </p:nvSpPr>
        <p:spPr>
          <a:xfrm>
            <a:off x="320040" y="3200000"/>
            <a:ext cx="4200000" cy="200000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15" name="Name2"/>
          <p:cNvSpPr/>
          <p:nvPr/>
        </p:nvSpPr>
        <p:spPr>
          <a:xfrm>
            <a:off x="420040" y="3450000"/>
            <a:ext cx="40000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/>
              </a:rPr>
              <a:t xml:space="preserve">Aya Reda Essa</a:t>
            </a:r>
          </a:p>
        </p:txBody>
      </p:sp>
      <p:sp>
        <p:nvSpPr>
          <p:cNvPr id="16" name="Details2"/>
          <p:cNvSpPr/>
          <p:nvPr/>
        </p:nvSpPr>
        <p:spPr>
          <a:xfrm>
            <a:off x="420040" y="3820000"/>
            <a:ext cx="4000000" cy="1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8ECAE6"/>
                </a:solidFill>
                <a:latin typeface="Calibri"/>
              </a:rPr>
              <a:t xml:space="preserve">Full-Stack and UI Developer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ECAE6"/>
                </a:solidFill>
                <a:latin typeface="Calibri"/>
              </a:rPr>
              <a:t xml:space="preserve">Streamlit app, result grid components, UX design</a:t>
            </a:r>
          </a:p>
        </p:txBody>
      </p:sp>
      <p:sp>
        <p:nvSpPr>
          <p:cNvPr id="17" name="Card3"/>
          <p:cNvSpPr/>
          <p:nvPr/>
        </p:nvSpPr>
        <p:spPr>
          <a:xfrm>
            <a:off x="4800000" y="3200000"/>
            <a:ext cx="4200000" cy="1820000"/>
          </a:xfrm>
          <a:prstGeom prst="rect">
            <a:avLst/>
          </a:prstGeom>
          <a:solidFill>
            <a:srgbClr val="132338"/>
          </a:solidFill>
          <a:ln w="18000">
            <a:solidFill>
              <a:srgbClr val="028090"/>
            </a:solidFill>
          </a:ln>
        </p:spPr>
      </p:sp>
      <p:sp>
        <p:nvSpPr>
          <p:cNvPr id="18" name="Stripe3"/>
          <p:cNvSpPr/>
          <p:nvPr/>
        </p:nvSpPr>
        <p:spPr>
          <a:xfrm>
            <a:off x="4800000" y="3200000"/>
            <a:ext cx="4200000" cy="200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Name3"/>
          <p:cNvSpPr/>
          <p:nvPr/>
        </p:nvSpPr>
        <p:spPr>
          <a:xfrm>
            <a:off x="4900000" y="3450000"/>
            <a:ext cx="40000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/>
              </a:rPr>
              <a:t xml:space="preserve">Mohamed Ahmed Saad</a:t>
            </a:r>
          </a:p>
        </p:txBody>
      </p:sp>
      <p:sp>
        <p:nvSpPr>
          <p:cNvPr id="20" name="Details3"/>
          <p:cNvSpPr/>
          <p:nvPr/>
        </p:nvSpPr>
        <p:spPr>
          <a:xfrm>
            <a:off x="4900000" y="3820000"/>
            <a:ext cx="4000000" cy="1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 xml:space="preserve">ML Research and Integration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ECAE6"/>
                </a:solidFill>
                <a:latin typeface="Calibri"/>
              </a:rPr>
              <a:t xml:space="preserve">Cross-modal search, model evaluation, Colab quickstart</a:t>
            </a:r>
          </a:p>
        </p:txBody>
      </p:sp>
      <p:sp>
        <p:nvSpPr>
          <p:cNvPr id="21" name="GH"/>
          <p:cNvSpPr/>
          <p:nvPr/>
        </p:nvSpPr>
        <p:spPr>
          <a:xfrm>
            <a:off x="320040" y="5020000"/>
            <a:ext cx="88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6A"/>
                </a:solidFill>
                <a:latin typeface="Consolas"/>
              </a:rPr>
              <a:t xml:space="preserve">github.com/Naruto109k/ZaDeep-Fashion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CAE6"/>
                </a:solidFill>
              </a:rPr>
              <a:t>ZaDeep Fashion — Visual AI Search for Clothing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5740" y="3840480"/>
            <a:ext cx="1600200" cy="384048"/>
          </a:xfrm>
          <a:prstGeom prst="rect">
            <a:avLst/>
          </a:prstGeom>
          <a:solidFill>
            <a:srgbClr val="1323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5740" y="3840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Marqo-FashionCLIP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88820" y="3840480"/>
            <a:ext cx="1600200" cy="384048"/>
          </a:xfrm>
          <a:prstGeom prst="rect">
            <a:avLst/>
          </a:prstGeom>
          <a:solidFill>
            <a:srgbClr val="1323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88820" y="3840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FAISS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71900" y="3840480"/>
            <a:ext cx="1600200" cy="384048"/>
          </a:xfrm>
          <a:prstGeom prst="rect">
            <a:avLst/>
          </a:prstGeom>
          <a:solidFill>
            <a:srgbClr val="1323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71900" y="3840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PyTorch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54980" y="3840480"/>
            <a:ext cx="1600200" cy="384048"/>
          </a:xfrm>
          <a:prstGeom prst="rect">
            <a:avLst/>
          </a:prstGeom>
          <a:solidFill>
            <a:srgbClr val="1323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54980" y="3840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Streamlit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38060" y="3840480"/>
            <a:ext cx="1600200" cy="384048"/>
          </a:xfrm>
          <a:prstGeom prst="rect">
            <a:avLst/>
          </a:prstGeom>
          <a:solidFill>
            <a:srgbClr val="1323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38060" y="3840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HuggingFace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ZaDeep Fashion</dc:title>
  <dc:subject>PptxGenJS Presentation</dc:subject>
  <dc:creator>PptxGenJS</dc:creator>
  <cp:lastModifiedBy>PptxGenJS</cp:lastModifiedBy>
  <cp:revision>1</cp:revision>
  <dcterms:created xsi:type="dcterms:W3CDTF">2026-04-29T10:10:34Z</dcterms:created>
  <dcterms:modified xsi:type="dcterms:W3CDTF">2026-04-29T10:10:34Z</dcterms:modified>
</cp:coreProperties>
</file>